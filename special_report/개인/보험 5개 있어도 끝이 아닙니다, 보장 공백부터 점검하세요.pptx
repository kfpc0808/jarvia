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57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926080" y="914400"/>
            <a:ext cx="3291840" cy="2743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 5개 있어도 끝이 아닙니다</a:t>
            </a:r>
            <a:endParaRPr lang="en-US" sz="2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공백부터 점검하세요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D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안정된 미래를 위한 재무안전망 구축 『컨설팅 특급보고서』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0D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한정훈 고객 보장 리모델링 전략 |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3794760"/>
            <a:ext cx="3291840" cy="2743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 컨설팅 특급보고서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제작_(주)한국FP센터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24128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프로필 및 재무현황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1353312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08176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3898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보장자산 핵심 진단 (Executive Summary)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1737360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792224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17739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보유 보험 매핑 및 보장 갭 분석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51560" y="2121408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176272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1579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맞춤형 솔루션 — 3단계 보완 전략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51560" y="2505456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560320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25420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기대효과 및 종합 제언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프로필 — 한정훈 고객 기본 현황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049452"/>
              </p:ext>
            </p:extLst>
          </p:nvPr>
        </p:nvGraphicFramePr>
        <p:xfrm>
          <a:off x="365760" y="914400"/>
          <a:ext cx="8412480" cy="2688336"/>
        </p:xfrm>
        <a:graphic>
          <a:graphicData uri="http://schemas.openxmlformats.org/drawingml/2006/table">
            <a:tbl>
              <a:tblPr/>
              <a:tblGrid>
                <a:gridCol w="217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7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성명 / 연령 / 성별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한정훈 (가명) / 만 47세 / 남성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1인 디자인 에이전시 대표 (개인사업자 전환 8년차)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구성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배우자 김소영(45세, 파트타임 강사), 장녀(17세, 고2), 차남(13세, 중1), 모친(76세, 경도인지장애 초기 진단)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소득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본인 평균 480만 원 (변동 350~700만) + 배우자 120만 원 = 합산 약 600만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사회보험 가입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 지역가입자(18년 납입), 건강보험 지역가입자, 자영업자 고용보험·중소기업사업주 산재보험 별도 미가입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리스크 배경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 변동성 高, 모친 간병비 분담 中, 자녀 교육비 급증 예정, 사업자 안전망 부재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6758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보고서의 성명은 가명이며, 모든 수치는 컨설팅 목적의 참고 자료입니다.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재무현황 분석 — 현금흐름 및 자산·부채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030375"/>
              </p:ext>
            </p:extLst>
          </p:nvPr>
        </p:nvGraphicFramePr>
        <p:xfrm>
          <a:off x="365760" y="914400"/>
          <a:ext cx="8412480" cy="2798064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본인 사업소득 (평균) + 배우자 소득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600만 원 (합산)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주거비(주담대 원리금)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생활비(식비·교통·통신)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자녀 교육비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보험료 합계(5건)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모친 요양·의료비 분담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기타(경조사·차량유지)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잔여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가용 여력 (비수기 시 약 75만 원으로 급감)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215만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856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순자산 약 3.5억(자산 5.8억 − 부채 2.3억). 비상자금 3,300만 원은 약 8.6개월분이나, 개인사업자 권장 기준(9~12개월)에는 미달. 3개월 이상 소득 중단 시 고갈 위험 존재.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 — 3가지 핵심 재무과제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79" y="914400"/>
            <a:ext cx="8170817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공백 이중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소득단절(②영역) + 간병·치매(③영역) 모두 0원, 월 52만 원 납입 중 실제 보장 기능 수행 보험료는 31만 원(59.6%)에 불과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소득단절 시 즉각 적자 — 본인 사업소득 중단 시 월 265만 원 적자 발생, 3개월 누적 795만 원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소진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비상자금 3,300만 원이 약 4.1개월 내 고갈 가능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고용보험·산재보험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미가입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직장인의 상병수당·유급병가에 해당하는 공적 안전망 전무, 민간 보험으로만 대체 필요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노후·절세 재원 동면 중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연금저축 1,200만 원 3년째 중단, IRP 미가입으로 연간 세액공제 약 108만 원 미수령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종신보험 감액완납으로 월 15만 원 확보 → 소득단절·간병·진단금 3대 공백 동시 해소 (월 보험료 순증 0원 목표)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갭 진단 — 5대 영역별 현재·필요·공백 분석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331929"/>
              </p:ext>
            </p:extLst>
          </p:nvPr>
        </p:nvGraphicFramePr>
        <p:xfrm>
          <a:off x="365760" y="914400"/>
          <a:ext cx="8139203" cy="18653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6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영역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 보장 수준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보장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갭(부족분)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심각도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①건강·의료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 진단금 5,000만↑, 3대 질환 수술비, 실손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 2,000만(②) + CI 3,000만(①, 제한적)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실손(③)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일반암 부족, 뇌·심장 진단금 0원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②소득단절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입원 시 월 200만↑ 소득 보전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전액 공백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③간병·치매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치매 진단금 + 월 간병비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전액 공백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④사망·유족보호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 2.3억 + 유족 생활비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종신 1억(①)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 커버 후 유족 생활비 부족 가능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⑤노후·자산보전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250만(부부 생활비)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 예상액 공단 조회 필요 + 연금저축 1,200만(중단) + 저축성보험(⑤)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노후자금 상당 부족 가능성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852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진단은 약관 확인 전 가진단 단계입니다. 정확한 보장 내역은 각 보험사 계약 조회를 통해 확정 진단표를 별도 확인하시기 바랍니다.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보험 5건 매핑 — 기능별 평가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897880"/>
              </p:ext>
            </p:extLst>
          </p:nvPr>
        </p:nvGraphicFramePr>
        <p:xfrm>
          <a:off x="365760" y="914400"/>
          <a:ext cx="8412480" cy="2688336"/>
        </p:xfrm>
        <a:graphic>
          <a:graphicData uri="http://schemas.openxmlformats.org/drawingml/2006/table">
            <a:tbl>
              <a:tblPr/>
              <a:tblGrid>
                <a:gridCol w="1894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0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보유 보험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매핑 영역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보험료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기능 평가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종신보험 (2008)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④사망 + ①건강(CI 일부)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1억은 유효. CI 특약 지급요건 제한적(중대한 암 등)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암보험 (2012, 비갱신)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①건강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진단금 2,000만은 현시점 암 치료비(3,000~5,000만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대비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부족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실손의료보험 (3세대)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①건강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의료비 보전 핵심. 소득 보전 기능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매년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갱신 보험료 추이 관리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운전자보험 (2017, 갱신형)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교통사고 한정. 갱신형 특약 정리 시 월 1~2만 원 절감 여지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저축성보험 (2015)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⑤노후(일부)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기능 거의 없음. 보험료의 40.4%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차지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10년 유지 시 비과세 혜택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실질 보장 기능 보험료 31만 원(59.6%). ②③ 영역 완전 공백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6758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상기 보험료는 고객 기가입 계약 기준이며, 실제 보험료는 보험사·상품·특약 구성·건강 상태에 따라 상이합니다.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설계 원칙 및 기존 보험 조치 방향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8275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해지 대신 유지·조정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기존 5건 전부 유지. ①종신보험만 감액완납 검토(납입 17년차, 책임준비금 누적). 승환 시 면책·감액기간 재적용 리스크 회피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중립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종신보험 감액완납으로 월 15만 원 확보, 이를 3개 신규 보장에 재배치 → 월 총 보험료 순증 0원 (방법 B 기준)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공백 우선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심각도 '상'인 소득단절(1순위) → 간병/치매(2순위) → 3대 질환 진단금(3순위) 순서로 재원 배분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8275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제도 활용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극대화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연금저축 재개(월 50만) + IRP 개설(연 300만) + 노란우산공제 가입으로 연간 세액공제 약 148만~240만 원 추가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④운전자보험 특약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갱신형 저이용 특약 정리 시 월 1~2만 원 추가 절감 가능, ⑤저축성보험은 10년 비과세 요건 충족까지 유지 권고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솔루션: 소득단절 대비 — 소득단절 시나리오 분석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267102"/>
              </p:ext>
            </p:extLst>
          </p:nvPr>
        </p:nvGraphicFramePr>
        <p:xfrm>
          <a:off x="365760" y="914400"/>
          <a:ext cx="8412480" cy="1243584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소득 유입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지출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적자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 누적 적자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(보장 없음)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배우자 120만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▲265만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▲795만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후 (입원일당 210만 보전)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120만 + 입원일당 210만 = 330만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▲55만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▲165만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 (방어 효과)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210만 원 방어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 630만 원 방어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2311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본인 사업소득이 사실상 중단된다는 가정 하의 시나리오입니다. 상품 유형: 정액형 입원일당 보험(입원일당 7만 원×30일=월 210만 원). 예상 보험료: 월 약 3~5만 원. 병행 검토: 자영업자 고용보험 임의가입 검토(기준보수에 따라 보험료 상이, 소상공인 보험료 지원 가능). 보험료는 업계 평균 추정치이며 확정 보험료가 아닙니다.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 솔루션: 간병/치매 보장 — 지금 가입해야 하는 이유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868406"/>
              </p:ext>
            </p:extLst>
          </p:nvPr>
        </p:nvGraphicFramePr>
        <p:xfrm>
          <a:off x="365760" y="914400"/>
          <a:ext cx="8412480" cy="155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0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6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시점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47세 현재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55세 (8년 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건강고지 여건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건강 양호 → 정상 인수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50대 이후 건강이상 고지 증가 → 부담보·거절 가능성 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보험료 수준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상대적으로 저렴 (월 4~7만 원 추정)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8년 경과 시 상당 수준 상승 예상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면책기간(90일 추정) 경과 후 즉시 보장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자체가 불가능해질 수 있음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가족력 시사점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모친(76세) 경도인지장애 → 심리적 동기 + 의학적 시사점 공존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간병 경험 축적 후에도 정작 본인 보장 공백 지속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보장 목표: 치매 진단금 3,000만 원 + 장기요양 등급 인정 시 월 100만 원(5년) = 총 약 9,000만 원(1차 방어자금 성격). 치매·장기요양은 장기간 돌봄 비용이 수천만~1억 원대 이상으로 확대될 수 있어, 전액 보전이 아닌 초기 대응 목적임을 유의. 예상 보험료: 월 약 4~7만 원(47세 남성 기준). 보험료는 업계 평균 추정치이며 확정 보험료가 아닙니다.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 솔루션: 3대 질환 진단금 보강 목표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63300"/>
              </p:ext>
            </p:extLst>
          </p:nvPr>
        </p:nvGraphicFramePr>
        <p:xfrm>
          <a:off x="365760" y="914400"/>
          <a:ext cx="8412480" cy="1554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질환 영역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보장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보강 목표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보강 필요액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 진단금 (일반암)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2,000만 원 (② 암보험)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 원 이상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+3,000만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뇌혈관질환 진단금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 (CI 특약은 지급요건 제한적)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+3,000만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심장질환 진단금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+3,000만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CI 특약 (① 종신보험 부가)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 원 (중대한 암 등 제한적 조건)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별도 관리 — 일반암 진단금으로 대체 불가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약관 세부 조항 확인 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신규 가입 시 예상 보험료: 월 약 5~8만 원(비갱신형 3대 질환 진단금 특화 보험). 3대 질환 진단금은 치료비뿐 아니라 진단 후 평균 6~12개월 소득 중단 기간의 생활비 역할까지 수행해야 함. 보험료는 업계 평균 추정치이며 확정 보험료가 아닙니다.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재배치 시뮬레이션 — 방법 A vs. 방법 B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936126"/>
              </p:ext>
            </p:extLst>
          </p:nvPr>
        </p:nvGraphicFramePr>
        <p:xfrm>
          <a:off x="365760" y="914400"/>
          <a:ext cx="841248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(월)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 A: 신규만 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 B: 감액완납 연계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종신보험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15만 원 (유지)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0만 원 (감액완납)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암보험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실손의료보험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운전자보험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3.5만 원 (특약 정리 시 2만)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2만 원 (특약 정리)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저축성보험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소득단절 보험 (신규)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간병/치매 보험 (신규)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3대 질환 진단금 (신규)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+6만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+6만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 / 월 증감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67만 원 / +약 15만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50.5만 원 / ▲약 1.5만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방법 B는 감액완납으로 월 15만 원 절감, 신규 보장 3건 합산 월 15만 원 투입 → 보험료 순증 0원에 근접. 단, 사망보장 1억 → 약 5,000~7,000만 원 축소 트레이드오프 존재. 모든 보험료는 업계 평균 추정치이며 확정 보험료가 아닙니다.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기대효과: Before &amp; After — 보장 리모델링 실행 시 변화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3931920" cy="2212848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3931920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(Before)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소득단절 보장 0원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입원 시 월 265만 원 즉각 적자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673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간병·치매 보장 0원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장기 간병비 수천만~1억 원대 이상 전액 자비 부담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3대 질환 진단금 2,000만 원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치료비 추정 3,000~5,000만 대비 부족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연간 절세 효과 0원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연금저축 중단·IRP 미가입으로 세액공제 미수령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15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월 보험료 52만 원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실질 보장 기능 31만 원(59.6%)만 작동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60520" y="183794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914400"/>
            <a:ext cx="3931920" cy="2212848"/>
          </a:xfrm>
          <a:prstGeom prst="rect">
            <a:avLst/>
          </a:prstGeom>
          <a:solidFill>
            <a:srgbClr val="EAFAF1"/>
          </a:solidFill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3931920" cy="16459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실행 후 (After)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소득단절 월 210만 원 </a:t>
            </a: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보전</a:t>
            </a: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월 적자 265만 → 55만 원으로 축소, 비상자금 12개월 이상 방어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673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치매 진단금 3,000만 + 월 간병비 100만×5년 = 총 9,000만 원 1차 방어선 확보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3대 질환 진단금 합산 5,000만 원 </a:t>
            </a: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치료·생활비 6~12개월분 확보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368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연간 절세 약 148~240만 원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연금저축 재개+IRP+노란우산공제 연계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715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월 보험료 약 50.5만 원 (방법 B)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오히려 약 1.5만 원 감소, 3개 공백 동시 해소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제언 — 지금 시작해야 하는 3가지 이유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고지 여건의 창 — 47세 현재 건강 양호 시 간병·치매 보험 정상 인수 가능. 50대 이후 건강이상 고지 증가 시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부담보·거절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위험. 가입 가능한 지금이 최적 시점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중립 실행 가능 — 감액완납(방법 B) 활용 시 월 보험료 순증 없이(오히려 약 1.5만 감소)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소득단절·간병·진단금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공백 동시 해소. 재정 부담 없는 첫걸음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모친 간병의 교훈 — 경도인지장애 모친(76세) 간병 경험이 '미래 본인 리스크'에 대한 가장 강력한 경고 신호.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경험한 간병 비용과 심리적 부담을 본인 설계에 반영할 시점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세액공제 회복 — 연금저축 재개·IRP 개설·노란우산공제 가입으로 연간 약 148~240만 원 추가 세액공제 즉시 가능.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 종합소득세 신고 전 실행 시 당해연도 환급 효과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권고 실행 순서 — ①보험사에 감액완납 시뮬레이션 요청(잔여 보장 확인) → ②소득단절 보험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③간병/치매 보험 가입 → ④연금저축 재개·IRP 개설 → ⑤노란우산공제 가입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및 면책 고지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보고서는 고객의 안정된 미래를 위한 재무안전망 구축을 목적으로 작성된 컨설팅 참고 자료입니다.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보험료 관련: 본 보고서에 기재된 모든 보험료 수치는 업계 평균 추정치이며, 실제 보험료는 보험사·상품·특약 구성·피보험자 건강 상태 및 고지 사항에 따라 상이합니다. 확정 보험료는 청약 전 보험사에서 발행하는 정식 설계서를 반드시 확인하시기 바랍니다.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진단 관련: 본 보고서의 보장 진단은 약관 확인 전 단계의 가진단으로, 보유 보험의 정확한 보장 내역은 각 보험사에 계약 조회를 요청하여 확정 진단표를 별도로 확인하시기 바랍니다.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세금·제도 관련: 세액공제 효과 등 세금·제도 활용 전략은 개인별 소득 구성·세무 상황에 따라 적용 가능 여부와 효과가 달라질 수 있습니다. 실행 전 반드시 세무사의 정밀 검토를 받으시기 바랍니다.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시뮬레이션 관련: 본 보고서의 Before/After 시뮬레이션 및 시나리오 분석은 예시 목적의 참고 자료이며, 실제 결과를 보장하지 않습니다.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개인정보: 보고서에 사용된 성명은 가명이며, 실제 고객 정보와 다를 수 있습니다.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보고서의 내용은 작성 시점 기준이며, 관련 법령·규정·상품 구조의 변경에 따라 내용이 달라질 수 있습니다.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제작_(주)한국FP센터 All Rights Reserved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4114800"/>
            <a:ext cx="27432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 | 제작_(주)한국FP센터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2395</Words>
  <Application>Microsoft Office PowerPoint</Application>
  <PresentationFormat>화면 슬라이드 쇼(16:9)</PresentationFormat>
  <Paragraphs>332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JARVIA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5개 있어도 끝이 아닙니다, 보장 공백부터 점검하세요</dc:title>
  <dc:subject>컨설팅 특급보고서</dc:subject>
  <dc:creator>(주)한국FP센터</dc:creator>
  <cp:lastModifiedBy>에프피센터 한국</cp:lastModifiedBy>
  <cp:revision>2</cp:revision>
  <dcterms:created xsi:type="dcterms:W3CDTF">2026-04-05T22:26:18Z</dcterms:created>
  <dcterms:modified xsi:type="dcterms:W3CDTF">2026-04-06T05:23:07Z</dcterms:modified>
</cp:coreProperties>
</file>