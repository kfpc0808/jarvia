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892A6"/>
                </a:solidFill>
                <a:latin typeface="Arial"/>
              </a:defRPr>
            </a:pPr>
            <a:r>
              <a:rPr sz="900" b="0" i="0" u="none" strike="noStrike">
                <a:solidFill>
                  <a:srgbClr val="8892A6"/>
                </a:solidFill>
                <a:latin typeface="Arial"/>
              </a:rPr>
              <a:t>연금저축 월 45만 기준, 동일 목표 달성 시 필요 납입액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납입액(만원)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40세 시작
(지금)</c:v>
                  </c:pt>
                  <c:pt idx="1">
                    <c:v>43세 시작
(3년 후)</c:v>
                  </c:pt>
                  <c:pt idx="2">
                    <c:v>45세 시작
(5년 후)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55</c:v>
                </c:pt>
                <c:pt idx="2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첫인상에서 '나만을 위한 자료'라는 인식을 심어 신뢰를 확보한다.
• 핵심 질문(Yes-Set): "홍길동 님, 40세에 은퇴 준비를 점검해 보시는 게 의미 있으시죠?"
• 전환 포인트: 고객 이름과 구체적 숫자가 표지에 있으면 '내 이야기'로 받아들인다.
• 주의 문구(민원 방지): 표지에서 상품명이나 확정 수치를 언급하지 않는다.
• 코칭: 고객이 표지를 보며 고개를 끄덕이면 다음으로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'진행 여부'에 대한 심리적 부담을 제거하고, A/B 선택이라는 프레임을 설정한다.
• 핵심 질문(Yes-Set): "교육비 늘어나는 시기에 은퇴 준비까지 챙기기 쉽지 않으셨죠?"
• 전환 포인트: '할지 말지'가 아니라 '어떤 방식'이라는 말에 고객의 긴장이 풀린다.
• 주의 문구: '반드시 해야 합니다' 등 단정 표현 사용 금지.
• 코칭: 고객이 A/B 카드를 보며 '어떤 차이가 있나요?'라고 물으면 성공. 다음으로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고객의 현재 상태를 객관적 숫자로 보여주어 '문제 인식'을 유도한다.
• 핵심 질문(Yes-Set): "소득과 지출은 잘 관리하고 계시는데, 은퇴 준비는 아직 시작 전이시죠?"
• 전환 포인트: 4개 카드 중 '보장 공백'과 '여유자금 30~70만'에 시선이 머물 때 전환.
• 주의 문구: '위험합니다', '큰일입니다' 등 공포 유도 금지. 객관적 수치만 제시.
• 코칭: 고객이 '연금이 이것밖에 안 되나요?'라고 반응하면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고객의 재무 현황을 표로 정리하여 '내 상황을 정확히 알고 있다'는 신뢰를 확보한다.
• 핵심 질문(Yes-Set): "이 표에서 가장 눈에 띄는 부분이 있으시죠?"
• 전환 포인트: '개인연금 없음', 'CI 공백'에 빨간 표시가 눈에 들어올 때.
• 주의 문구: 수치는 '현재 기준 예상'임을 반드시 언급.
• 코칭: 고객이 표를 보며 걱정을 표현하면 '우선순위'로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고객이 직접 우선순위를 정하게 하여 '내가 선택한 설계'라는 주인의식을 부여한다.
• 핵심 질문(Yes-Set): "세 가지 다 중요하지만, 가장 먼저 해결하고 싶은 것은 있으시죠?"
• 전환 포인트: 고객이 '은퇴'를 1순위로 말하면 연금 중심, '보장'을 말하면 CI 우선 설계로 분기.
• 주의 문구: '전부 다 해야 합니다' 금지. '예산 내에서 순서를 정하는 것'으로 표현.
• 코칭: 고객이 하나를 선택하면 '좋습니다, 그 방향으로 설계해 보겠습니다'로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연금·세제 혜택의 법적 근거를 제시하여 '제도적 뒷받침'이 있음을 인식시킨다.
• 핵심 질문(Yes-Set): "연말정산 때 돌려받는 금액이 크면 좋으시죠?"
• 전환 포인트: '연 115.5만원 환급'이라는 구체 숫자에 관심을 보일 때.
• 주의 문구: '무조건 세금이 줄어듭니다' 금지. '요건 충족 시' 조건부 표현 사용.
• 코칭: 고객이 '이걸 왜 안 하고 있었지?'라는 반응을 보이면 성공.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부족분을 숫자로 시각화하여 '구체적 격차'를 인식시킨다.
• 핵심 질문(Yes-Set): "이 표를 보시면, 지금 가장 큰 공백이 어디인지 느끼시죠?"
• 전환 포인트: '월 180만원 부족'이라는 숫자가 고객의 마음을 움직이는 순간.
• 주의 문구: '큰일입니다', '위험합니다' 금지. 숫자만으로 객관적 격차를 보여준다.
• 코칭: 고객이 '어떻게 채우죠?'라고 물으면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미루는 비용을 시각화하여 '지금 시작의 유리함'을 인식시킨다.
• 핵심 질문(Yes-Set): "같은 결과를 만드는 데 나중에 더 많은 돈이 드는 건 아까우시죠?"
• 전환 포인트: 차트에서 '5년 후 63만원'을 보고 '지금이 낫겠다'고 느끼는 순간.
• 주의 문구: '5년 뒤엔 숙제, 10년 뒤엔 부담' 같은 공포 표현 금지. 숫자만 보여준다.
• 코칭: 고객이 '빨리 시작해야겠네요'라고 말하면 다음으로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'해지하고 새로 가입'이 아니라 '빈칸만 채우는 설계'라는 안심 메시지를 전달.
• 핵심 질문(Yes-Set): "기존 보험은 그대로 두고 빈 부분만 채우는 방향이 편하시죠?"
• 전환 포인트: '기존 보험 유지'라는 말에 배우자 관련 걱정이 풀리는 순간.
• 주의 문구: '기존 보험이 나쁘다', '해지해야 한다' 금지.
• 코칭: 고객이 '기존 것은 건드리지 않는 거죠?'라고 확인하면 성공.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A/B를 나란히 놓아 '비교 선택'이라는 심리 프레임을 완성한다.
• 핵심 질문(Yes-Set): "두 가지 모두 지금보다 나아지는 방향인데, 어느 쪽이 더 편안하세요?"
• 전환 포인트: 고객이 한 쪽 열에 시선이 더 오래 머무를 때.
• 주의 문구: '확정 수익', '원금 보장' 금지. 모든 수치에 가정 조건 명시.
• 코칭: 고객이 A 또는 B를 가리키면 즉시 11번으로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부족분과 해결 수단의 1:1 매칭을 보여주어 '논리적 완결성'을 느끼게 한다.
• 핵심 질문(Yes-Set): "각 빈칸에 뭘 넣을지 정리되니 한결 명확하시죠?"
• 전환 포인트: 고객이 표를 위에서 아래로 훑으며 고개를 끄덕이는 순간.
• 주의 문구: 상품명을 직접 언급하지 않고, 기능·역할 단위로 제시.
• 코칭: 고객이 '그러면 어떻게 진행하면 되나요?'라고 물으면 12번으로.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[교육 레이어]
• 목적: 최종 선택을 받아내는 슬라이드. A/B 중 하나를 체크하도록 자연스럽게 유도.
• 핵심 질문(Yes-Set): "오늘 정리한 내용이 만족스러우셨다면, 어떤 방식으로 진행하면 편하실까요?"
• 전환 포인트: 체크박스를 가리키며 '이 체크는 계약이 아니라 다음 단계 진행 확인입니다'.
• 주의 문구: '지금 안 하면 늦습니다' 금지. '오늘 검토한 내용을 다음 단계로' 표현.
• 코칭: 체크 후 [잠시 침묵]. '감사합니다. 다음 단계는 ~입니다'로 마무리.
[성공사례 결과]
• 결정 시점: 2차 상담 당일 (배우자 동반)
• 선택안: B안(부담 우선)으로 시작, 6개월 후 A안 확대 검토 합의
• 다음 행동: 상품설명서 확인 → 청약서 작성 → 첫 납입 시작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2286000" cy="37719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 님을 위한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40세 가장의 은퇴연금 +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소득보장 통합설계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31520" y="3931920"/>
            <a:ext cx="228600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2월  |  맞춤 컨설팅 자료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408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40세 (1986년생)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4088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배우자 + 자녀 2명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직업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408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중견 제조업 과장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은퇴 후 월 300만원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오늘의 선택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[은퇴 설계] : 진행 여부가 아니라, 어떤 방식이 더 편안한지를 고릅니다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오늘은 '할지 말지'가 아니라, A안(효과 우선)과 B안(부담 우선) 중 선택하는 자리입니다.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확인할 3가지: ① 은퇴 후 현금흐름 부족분 ② 교육비 집중기 방어 ③ 소득 공백 대비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0720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761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결론은 A/B 중 하나를 체크하는 것이며, '하시겠습니까?'라는 질문은 없습니다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9125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145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수치는 보수적 가정 기반이며, 실제 확인 후 조정할 수 있습니다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7530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529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자리는 홍길동 님 가족의 20년 현금흐름을 한 번에 점검하는 시간입니다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14400" y="3840480"/>
            <a:ext cx="3200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4400" y="3840480"/>
            <a:ext cx="64008" cy="6400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0" name="Text 14"/>
          <p:cNvSpPr/>
          <p:nvPr/>
        </p:nvSpPr>
        <p:spPr>
          <a:xfrm>
            <a:off x="109728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A안  효과 우선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972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부족분을 빠르게 줄이는 설계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029200" y="3840480"/>
            <a:ext cx="3200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029200" y="3840480"/>
            <a:ext cx="64008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18"/>
          <p:cNvSpPr/>
          <p:nvPr/>
        </p:nvSpPr>
        <p:spPr>
          <a:xfrm>
            <a:off x="521208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B안  부담 우선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12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 유지하며 단계 적용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멘트: "홍길동 님, 아이들 교육비가 늘어나는 시기에 은퇴 준비까지 챙기기가 쉽지 않으셨죠? 오늘은 '할지 말지'가 아니라, 두 가지 방식 중 더 편안한 쪽을 골라보시는 시간입니다."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진단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[재무 스냅샷] : 홍길동 님 가정의 현재 위치를 객관적으로 확인합니다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소득은 안정적이나, 은퇴·보장 준비는 국민연금 외 사실상 공백 상태입니다.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920240" cy="13716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920240" cy="54864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3172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수입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420만원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실수령 기준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14600" y="2148840"/>
            <a:ext cx="1920240" cy="13716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14600" y="2148840"/>
            <a:ext cx="1920240" cy="54864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33172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260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지출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517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390만원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6517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여유자금 30~70만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0" y="2148840"/>
            <a:ext cx="1920240" cy="13716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0" y="2148840"/>
            <a:ext cx="1920240" cy="54864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317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834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순자산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7091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3.3억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47091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아파트 5억 - 대출 2억 + 예적금 0.3억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629400" y="2148840"/>
            <a:ext cx="1920240" cy="13716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29400" y="2148840"/>
            <a:ext cx="1920240" cy="54864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33172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 현황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사망 1억만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67665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CI·암·뇌·심 보장 공백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48640" y="3703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국민연금 예상 월 120만원 (65세~) — 목표 생활비 300만원 대비 180만원 부족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48640" y="3931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개인연금·IRP 전무 → 연간 최대 115.5만원 세액공제 미활용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48640" y="41605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CI·암·뇌·심 보장 없음 → 소득 중단 시 가족 생활비 방어 수단 부재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48640" y="43891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교육비 향후 10년간 연 1,000~1,500만원 예상 → 저축 여력 점진 축소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멘트: "홍길동 님, 소득과 지출은 안정적으로 관리하고 계신데, 은퇴 이후와 만약의 상황에 대한 준비는 아직 시작 전이시죠?"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사실 정리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[기초 데이터] : 숫자로 보는 홍길동 님 가정의 재무 구조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20년 후 은퇴까지, 교육비·대출·노후가 동시에 겹치는 구간이 핵심 변수입니다.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연소득 (세전)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성과급 300~500만 별도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국민연금 (65세~)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120만원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기준 예상액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퇴직급여 (DB형)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4,500만원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20년 근속 시 약 8,000만원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개인연금 / IRP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세액공제 미활용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주택담보대출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2억 (잔여 15년)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원리금 140만 (원금 50+이자 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보장성 보험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 1억 + 실손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CI·암·뇌·심 보장 공백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1605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월 여유자금 30~70만원으로 연금·보장 동시 설계 시 예산 배분이 핵심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398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퇴직급여는 일시금 수령 시 노후 자금으로 부족 — 연금 전환 검토 필요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6360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배우자 파트타임 복귀(월 100만) 시 가계 여유자금이 확대될 수 있음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문장: 이 숫자들 중 홍길동 님이 가장 먼저 해결하고 싶은 것은 무엇인지 확인해 보겠습니다.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우선순위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[고객 확인] : 홍길동 님이 가장 먼저 해결하고 싶은 것은 무엇입니까?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세 가지 과제 중 고객이 직접 순위를 매기면, 설계의 방향이 명확해집니다.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9456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24028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은퇴 현금흐름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60세 이후 월 300만원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수령 구조 확보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20574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29000" y="219456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8" name="Text 15"/>
          <p:cNvSpPr/>
          <p:nvPr/>
        </p:nvSpPr>
        <p:spPr>
          <a:xfrm>
            <a:off x="34290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2402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2900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교육비 방어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2900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50~55세 교육비 집중기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 유지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20574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63640" y="219456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4" name="Text 20"/>
          <p:cNvSpPr/>
          <p:nvPr/>
        </p:nvSpPr>
        <p:spPr>
          <a:xfrm>
            <a:off x="6263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4028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소득 공백 대비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6364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암·뇌·심 발생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생활비 보호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위 순서는 초기 상담 기준 제안이며, 홍길동 님이 직접 우선순위를 바꿀 수 있습니다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우선순위에 따라 A안·B안의 구성 비중이 달라집니다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세 가지 모두 중요하지만, 예산 내에서 '먼저'와 '나중에'를 나누는 것이 핵심입니다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멘트: "홍길동 님, 이 세 가지 중에서 가장 마음에 걸리는 것은 어떤 건가요? 순서를 정해주시면 그에 맞춰 설계 방향을 잡아드리겠습니다."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 기준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[법·세무 근거] : 연금·세액공제 제도를 활용하면 같은 돈으로 더 많이 준비할 수 있습니다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연금저축 + IRP 세액공제를 활용하면, 연간 최대 115.5만원의 세금 환급이 가능합니다.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10058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현행 기준 핵심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연금저축: 연 600만원 한도, 세액공제율 13.2% (총급여 5,500만 초과 시)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25511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IRP 추가: 연 300만원 추가 납입 시 합산 900만원까지 공제 가능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7706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세액공제 최대: 연 약 115.5만원 환급 (900만 × 13.2%, 현행 기준)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08960"/>
            <a:ext cx="54864" cy="100584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실무상 유의점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원칙: 55세 이후 연금 수령 시 저율 연금소득세(3.3~5.5%) 적용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36484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예외: 중도 해지 시 기타소득세(16.5%) 부과, 세제혜택 환수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38679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주의사항: 연금 수령 한도 초과 시 종합소득 합산과세 가능 (확인 필요)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EAA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세액공제율·한도는 매년 세법 개정에 따라 변경될 수 있습니다. 적용 시점의 현행 기준 확인이 필요합니다.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소득세법 제59조의3, 국세청 연말정산 안내(2025년 귀속 기준, 확인 필요)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문장: 이 제도를 활용했을 때, 홍길동 님의 은퇴 자금 부족분이 얼마나 줄어드는지 확인해 보겠습니다.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[격차 시각화] : 목표와 현재 사이, 구체적으로 얼마가 비어 있는지 확인합니다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은퇴 후 월 180만원, 교육비 총 1.2억, 소득보장 0원 — 세 가지 공백이 동시에 존재합니다.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28600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준비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은퇴 월 생활비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국민연금 120만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180만원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교육비 (총)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1.2억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예적금 3,000만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9,000만원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소득 중단 대비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300만×24개월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 1억 (사망만)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CI·진단금 0원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퇴직 후 목돈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4,500만~8,000만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 재원 필요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고객의 투자 성향과 재무 상태에 따라 적합한 상품이 달라질 수 있습니다.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부족분 합계: 은퇴 월 180만 + 교육비 9,000만 + 소득보장 공백 = 동시 해결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퇴직급여는 일시금으로 교육비에 쓰이면 노후 자금이 사라지는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예적금 3,000만원은 비상자금 성격이므로 별도 유지 권장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문장: 이 부족분을 그대로 두면 시간이 지날수록 어떤 변화가 생기는지 확인해 보겠습니다.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[시간 가치] : 일찍 시작할수록 월 부담이 낮아지고 선택지가 넓어집니다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같은 목표를 5년 뒤에 시작하면, 월 납입액이 약 40% 더 커집니다.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011680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303520" y="2011680"/>
            <a:ext cx="1188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48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공백기간 리스크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34924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CI·진단금 미가입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중 발생 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자비 부담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583680" y="2011680"/>
            <a:ext cx="1188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48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상승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62940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 증가 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상승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 조건 변화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863840" y="2011680"/>
            <a:ext cx="1188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488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956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기회비용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90956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 늦추면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효과 위해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18만원 추가 필요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연복리 3%(보수적 가정) 기반 시뮬레이션이며, 실제 수령액은 시장 상황·세법 변경·개인 조건에 따라 달라질 수 있습니다. 확정 수익을 의미하지 않습니다.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문장: 시간의 가치를 확인했으니, 이제 구체적으로 어떤 구조로 설계할 수 있는지 살펴보겠습니다.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설계 원칙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[구조 설계] : 해지가 아니라 재배치, 새로 만드는 것이 아니라 빈칸을 채우는 설계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기존 보험은 유지하고, 빈 자리(연금·CI)만 채우는 최소 변경 설계입니다.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60604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2606040" cy="45720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1945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유동성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 발생 시 '현금이 언제 필요한가?'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진단금·연금은 필요한 시점에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현금이 나오는 구조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2011680"/>
            <a:ext cx="260604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2011680"/>
            <a:ext cx="2606040" cy="45720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1945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전가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2900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손실 가능성을 '예산화(보험료)'로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바꾸는 구조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월 보험료로 수천만원 리스크 방어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26480" y="2011680"/>
            <a:ext cx="260604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2011680"/>
            <a:ext cx="2606040" cy="45720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1945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지속성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6364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저축·투자는 중단될 수 있으나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연금·보험은 계약 구조로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고정하는 장치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기존 종신보험(사망 1억)은 유지 — 배우자 동의 사항이며, 사망보장 역할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추가 설계 = 연금(노후 현금흐름) + CI(소득 공백 방어) + 세제혜택 활용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보험·연금이 맡는 역할: 유동성 확보 + 리스크 전가 + 실행 지속성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문장: 이 원칙을 바탕으로, A안과 B안 두 가지 구체적인 설계를 비교해 보겠습니다.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선택안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[A/B 비교] : 효과 우선과 부담 우선, 두 가지 방식을 비교합니다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두 안 모두 목표에 다가가는 설계이며, 속도와 부담의 차이입니다.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(효과 우선)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(부담 우선)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연금저축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40만원 (연 480만)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25만원 (연 300만)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8만원 (연 96만)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성과급 시 연 100만 일시납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CI 진단금 보장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8만원 (암 3천+뇌·심 2천)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5만원 (암 2천+뇌·심 1천)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월 총 추가 부담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56만원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연 세액공제 환급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76만원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53만원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실질 월 부담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26만원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65세 예상 연금(월)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85만원 추가 수령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55만원 추가 수령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총 은퇴 월소득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국민 120+추가 85=약 205만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국민 120+추가 55=약 175만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리스크 방어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진단금 5,000만원 이상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진단금 3,000만원 이상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5262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A안: 부족분을 빠르게 축소 — 보험·연금 역할: 유동성 + 실행 지속성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0" y="45262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B안: 현금흐름 유지하며 단계 적용 — 보험·연금 역할: 리스크 전가 + 지속성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4320" y="4709160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연복리 3%(보수적 가정) 기반 시뮬레이션이며, 실제 수령액은 시장 상황·세법 변경·개인 조건에 따라 달라질 수 있습니다. 확정 수익을 의미하지 않습니다. 중도 해지 시 납입 보험료보다 적은 금액을 돌려받을 수 있습니다(해지환급금 예시는 상품설명서 참조).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MAPPING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해결 연결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[매칭 표] : 부족분 → 해결 요소 → 적용 수단을 한눈에 연결합니다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각 부족분에는 정확히 대응하는 해결 수단이 있으며, 빈칸 없이 매칭됩니다.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 (리스크·필요재원)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요소 (기능)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수단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은퇴 후 월 180만원 부족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노후 현금흐름 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연금저축 + IRP (세액공제 활용)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세액공제 미활용 (연 115만)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세제혜택으로 실질 부담 절감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연금저축(600만) + IRP(300만)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CI·암·뇌·심 보장 공백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 중단 시 진단자금 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CI보험 (진단금 중심 보장)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교육비 집중기 현금흐름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목적자금 분리 + 유동성 유지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예적금 유지 + 연금 납입 유지 구조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퇴직 후 목돈 부족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퇴직급여 연금 전환 검토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DB→연금 수령 전환 (향후 검토)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사망보장 유지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 생활비 최종 방어선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종신보험 유지 (월 15만)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고객의 투자 성향과 재무 상태에 따라 적합한 상품이 달라질 수 있습니다.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멘트: "홍길동 님, 이 표를 보시면 각 빈칸에 어떤 수단이 들어가는지 한눈에 보이시죠? 기존 것은 그대로 두고, 비어 있는 칸만 채우는 구조입니다."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진행 확정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[다음 단계] : 오늘 정리한 내용을 다음 단계로 진행하는 체크입니다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A안과 B안 중 더 마음이 편한 쪽에 체크하시면, 구체적인 설계를 진행합니다.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74520"/>
            <a:ext cx="7680960" cy="45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A안 진행 (효과 우선) — 월 56만원, 빠른 부족분 축소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B안 진행 (부담 우선) — 월 30만원, 현금흐름 유지하며 단계 적용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보완 후 재결정 (보완 항목:                    / 재결정 날짜:         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체크 후 → 상품설명서·약관 확인 및 배우자 동의 절차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청약서 작성 및 건강고지 확인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1개월 내 첫 납입 시작, 연말정산 서류 안내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사후관리 약속: 분기 1회 점검 리포트 제공 / 세법·제도 변경 시 즉시 안내 / 배우자 동반 설명 가능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1828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52544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[추천] 안정·보수형  "두 안 모두 원금 구조가 보이는 연금 중심 설계입니다. B안은 월 30만으로 시작해 나중에 A안으로 확대할 수 있습니다."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48640" y="447141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논리·전문가형  "A안은 세액공제 76만원으로 실질 부담 50만, B안은 53만원 공제로 26만원. 20년 누적 차이를 감안하시면 효율 판단이 명확해집니다."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8640" y="4590288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감성·가족중심형  "서준이·서윤이가 대학 갈 때도, 은퇴하실 때도 가족의 일상이 흔들리지 않는 구조입니다. 어떤 방식이 더 마음이 놓이세요?"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결정지연·신중형  "B안은 월 30만이니 작게 시작해서 효과를 직접 확인하신 후 확대하셔도 됩니다. 우선 시작이 중요합니다."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컨설턴트 전용 참고 슬라이드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슬라이드는 고객에게 보여주지 않습니다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은퇴 후 월 300만원 현금흐름 확보 + 소득 공백 대비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부족분: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개인연금·IRP 전무 (월 180만원 부족 + 세액공제 미활용)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결론 질문: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A안(효과 우선)과 B안(부담 우선) 중 어느 쪽이 더 편안하세요?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27432"/>
          </a:xfrm>
          <a:prstGeom prst="rect">
            <a:avLst/>
          </a:prstGeom>
          <a:solidFill>
            <a:srgbClr val="8892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예상 반대 &amp; 즉답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"여유자금이 빠듯해요"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B안 월 30만이면 현재 여유자금 30~70만 범위 내. 성과급 입금 시 IRP 추가 가능.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"변액은 손실이 걱정"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연금저축·IRP는 확정금리형·채권형 선택 가능. 원금 보전 구조 우선 제안.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"배우자가 동의할지 모르겠어요"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상담에 배우자 동반 가능. 기존 보험 해지 없이 추가 설계라 부담 적음.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27432"/>
          </a:xfrm>
          <a:prstGeom prst="rect">
            <a:avLst/>
          </a:prstGeom>
          <a:solidFill>
            <a:srgbClr val="8892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시뮬레이션 비교 요약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월 납입금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예상 세후 연금(추가분)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약 85만원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약 55만원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총 절세 혜택 (20년)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1,520만원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1,060만원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리스크 방어 수준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5,000만↑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3,000만↑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51206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A안은 부족분을 빠르게 축소하고, B안은 부담을 줄이며 단계적으로 접근합니다.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5349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 항목: ① 2026년 귀속 세액공제율·한도 확정 여부 ② DB→DC 전환 시 설계 변경 ③ 배우자 동의 후 CI 보장 범위 최종 확정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연복리 3%(보수적) 기반 시뮬레이션. 확정 수익을 의미하지 않습니다.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홍길동 님을 위한 40세 가장의 은퇴연금 + 소득보장 통합설계</dc:title>
  <dc:subject>PptxGenJS Presentation</dc:subject>
  <dc:creator>KFPC Insurance Consulting</dc:creator>
  <cp:lastModifiedBy>KFPC Insurance Consulting</cp:lastModifiedBy>
  <cp:revision>1</cp:revision>
  <dcterms:created xsi:type="dcterms:W3CDTF">2026-02-06T06:59:47Z</dcterms:created>
  <dcterms:modified xsi:type="dcterms:W3CDTF">2026-02-06T06:59:47Z</dcterms:modified>
</cp:coreProperties>
</file>